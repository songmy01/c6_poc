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(30초). 합주가 끝난 뒤, 연주자들이 받은 피드백으로 어떻게 연습을 시작하는지에서 출발했습니다.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팀원을 닉네임과 역할로 소개합니다 (자리 표시를 바꾸고 사진을 넣어 주세요).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스토리 1/2 (1분). 공연은 합주를 많이 할수록 잘 되고, 합주 사이의 개인 연습은 다른 세션과 맞추는 연습입니다. 드럼만 녹음해 연습했던 경험.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스토리 2/2 (1분). 지금은 피드백·합주 파일·세션 녹음·구간 녹음이 채팅에 흩어져 기억이 서로 달라 시작하기 어렵습니다.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타깃 (1분). 대상은 밴드 멤버. 문제는 메모와 소리가 연결되지 않고 첫걸음이 막막하다는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 (1분). 세 가지: 피드백이 소리 위에 있고, 녹음은 최대 2번이라 끝이 있으며, 게임처럼 하되 경쟁은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플로우 1 (1분). 분리된 트랙(보컬·드럼·베이스·기타·피아노)과 피드백 상태를 보여주는 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플로우 2 (1분). 2번 제한으로 부담을 줄이고, 응원은 말 없이 탭 한 번으로 전할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플로우 3 (1분). 카운트인 뒤 같은 구간을 70% 2바퀴, 85% 2바퀴, 100% 1바퀴. 속도만 바뀌고 음높이는 그대로입니다.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(30초). 멘토에게 묻고 싶은 질문 두 가지, 이어서 리서치·인사이트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LOW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form with one highlighted s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10698480" cy="13350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함께 시작하는 연습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069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받은 피드백을 밴드 멤버가 잘 시작할 수 있도록 돕기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 Challenge 6  ·  Learning Communication</a:t>
            </a:r>
            <a:endParaRPr lang="en-US" sz="1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팀 소개</a:t>
            </a:r>
            <a:endParaRPr lang="en-US" sz="3200" dirty="0"/>
          </a:p>
        </p:txBody>
      </p:sp>
      <p:sp>
        <p:nvSpPr>
          <p:cNvPr id="3" name="Member 1 photo"/>
          <p:cNvSpPr/>
          <p:nvPr/>
        </p:nvSpPr>
        <p:spPr>
          <a:xfrm>
            <a:off x="4480560" y="155448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닉네임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</a:t>
            </a:r>
            <a:endParaRPr lang="en-US" sz="1200" dirty="0"/>
          </a:p>
        </p:txBody>
      </p:sp>
      <p:sp>
        <p:nvSpPr>
          <p:cNvPr id="6" name="Member 2 photo"/>
          <p:cNvSpPr/>
          <p:nvPr/>
        </p:nvSpPr>
        <p:spPr>
          <a:xfrm>
            <a:off x="6400800" y="155448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닉네임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</a:t>
            </a:r>
            <a:endParaRPr lang="en-US" sz="1200" dirty="0"/>
          </a:p>
        </p:txBody>
      </p:sp>
      <p:sp>
        <p:nvSpPr>
          <p:cNvPr id="9" name="Member 3 photo"/>
          <p:cNvSpPr/>
          <p:nvPr/>
        </p:nvSpPr>
        <p:spPr>
          <a:xfrm>
            <a:off x="3520440" y="374904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닉네임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5577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</a:t>
            </a:r>
            <a:endParaRPr lang="en-US" sz="1200" dirty="0"/>
          </a:p>
        </p:txBody>
      </p:sp>
      <p:sp>
        <p:nvSpPr>
          <p:cNvPr id="12" name="Member 4 photo"/>
          <p:cNvSpPr/>
          <p:nvPr/>
        </p:nvSpPr>
        <p:spPr>
          <a:xfrm>
            <a:off x="5440680" y="374904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닉네임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5577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</a:t>
            </a:r>
            <a:endParaRPr lang="en-US" sz="1200" dirty="0"/>
          </a:p>
        </p:txBody>
      </p:sp>
      <p:sp>
        <p:nvSpPr>
          <p:cNvPr id="15" name="Member 5 photo"/>
          <p:cNvSpPr/>
          <p:nvPr/>
        </p:nvSpPr>
        <p:spPr>
          <a:xfrm>
            <a:off x="7360920" y="3749040"/>
            <a:ext cx="1371600" cy="13716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닉네임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5577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스토리 &amp; 배경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같이 할수록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공연 준비는 합주를 많이 할수록 잘 됩니다.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합주 사이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651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합주와 합주 사이의 개인 연습은 내 파트만이 아니라,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세션과 맞춰야 하는 부분을 연습하는 시간입니다.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 됐던 경험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840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공연을 앞두고 합주 때 드럼만 따로 녹음해서,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그것만 들으며 개인 연습했을 때 좋았습니다.</a:t>
            </a:r>
            <a:endParaRPr lang="en-US" sz="2400" dirty="0"/>
          </a:p>
        </p:txBody>
      </p:sp>
      <p:pic>
        <p:nvPicPr>
          <p:cNvPr id="9" name="Image 0" descr="Wave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257800"/>
            <a:ext cx="10698480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스토리 &amp; 배경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피드백과 녹음이 카톡 등에 흩어져 있고, 사람마다 기억하는 게 달라요.</a:t>
            </a:r>
            <a:endParaRPr lang="en-US" sz="2800" dirty="0"/>
          </a:p>
        </p:txBody>
      </p:sp>
      <p:sp>
        <p:nvSpPr>
          <p:cNvPr id="4" name="Scattered 1"/>
          <p:cNvSpPr/>
          <p:nvPr/>
        </p:nvSpPr>
        <p:spPr>
          <a:xfrm rot="-180000">
            <a:off x="731520" y="3017520"/>
            <a:ext cx="292608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-180000">
            <a:off x="731520" y="3017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합주 전체 녹음</a:t>
            </a:r>
            <a:endParaRPr lang="en-US" sz="1600" dirty="0"/>
          </a:p>
        </p:txBody>
      </p:sp>
      <p:sp>
        <p:nvSpPr>
          <p:cNvPr id="6" name="Scattered 2"/>
          <p:cNvSpPr/>
          <p:nvPr/>
        </p:nvSpPr>
        <p:spPr>
          <a:xfrm rot="120000">
            <a:off x="4297680" y="3429000"/>
            <a:ext cx="320040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120000">
            <a:off x="4297680" y="3429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세션별 녹음 파일</a:t>
            </a:r>
            <a:endParaRPr lang="en-US" sz="1600" dirty="0"/>
          </a:p>
        </p:txBody>
      </p:sp>
      <p:sp>
        <p:nvSpPr>
          <p:cNvPr id="8" name="Scattered 3"/>
          <p:cNvSpPr/>
          <p:nvPr/>
        </p:nvSpPr>
        <p:spPr>
          <a:xfrm rot="-120000">
            <a:off x="8229600" y="2971800"/>
            <a:ext cx="256032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 rot="-120000">
            <a:off x="8229600" y="2971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특정 구간 녹음</a:t>
            </a:r>
            <a:endParaRPr lang="en-US" sz="1600" dirty="0"/>
          </a:p>
        </p:txBody>
      </p:sp>
      <p:sp>
        <p:nvSpPr>
          <p:cNvPr id="10" name="Scattered 4"/>
          <p:cNvSpPr/>
          <p:nvPr/>
        </p:nvSpPr>
        <p:spPr>
          <a:xfrm rot="120000">
            <a:off x="1280160" y="4343400"/>
            <a:ext cx="420624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120000">
            <a:off x="1280160" y="4343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“베이스, 1분 20초쯤 달려요”</a:t>
            </a:r>
            <a:endParaRPr lang="en-US" sz="1600" dirty="0"/>
          </a:p>
        </p:txBody>
      </p:sp>
      <p:sp>
        <p:nvSpPr>
          <p:cNvPr id="12" name="Scattered 5"/>
          <p:cNvSpPr/>
          <p:nvPr/>
        </p:nvSpPr>
        <p:spPr>
          <a:xfrm rot="-180000">
            <a:off x="6126480" y="4434840"/>
            <a:ext cx="265176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 rot="-180000">
            <a:off x="6126480" y="4434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뭐라고 했더라?</a:t>
            </a:r>
            <a:endParaRPr lang="en-US" sz="1600" dirty="0"/>
          </a:p>
        </p:txBody>
      </p:sp>
      <p:sp>
        <p:nvSpPr>
          <p:cNvPr id="14" name="Scattered 6"/>
          <p:cNvSpPr/>
          <p:nvPr/>
        </p:nvSpPr>
        <p:spPr>
          <a:xfrm rot="180000">
            <a:off x="8778240" y="4069080"/>
            <a:ext cx="265176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 rot="180000">
            <a:off x="8778240" y="4069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어느 게 최신이지?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A5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연습은 시작되지 않고, 피드백은 숙제처럼 느껴집니다.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타깃 유스케이스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69164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밴드 동료에게 피드백을 받은 아마추어 밴드 멤버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상황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324612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합주 직후, 자기 악기로 혼자 연습하는 순간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문제점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480060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피드백이 소리와 떨어져 있어 정확한 지점을 찾기 어렵고, 어디서부터 시작할지 막막합니다.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챌린지 대응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가이드 질문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830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어떻게 하면 받은 피드백을 잘 시작할 수 있을까?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5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우리의 해결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319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합주 녹음을 악기별 트랙으로 분리하고, 피드백을 정확한 순간에 붙여서,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짧고 게임 같은 연습으로 바꿔 주는 iPad 앱</a:t>
            </a:r>
            <a:endParaRPr lang="en-US" sz="2200" dirty="0"/>
          </a:p>
        </p:txBody>
      </p:sp>
      <p:sp>
        <p:nvSpPr>
          <p:cNvPr id="7" name="Chip 1"/>
          <p:cNvSpPr/>
          <p:nvPr/>
        </p:nvSpPr>
        <p:spPr>
          <a:xfrm>
            <a:off x="731520" y="5440680"/>
            <a:ext cx="265176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440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소리 위에 붙은 피드백</a:t>
            </a:r>
            <a:endParaRPr lang="en-US" sz="1600" dirty="0"/>
          </a:p>
        </p:txBody>
      </p:sp>
      <p:sp>
        <p:nvSpPr>
          <p:cNvPr id="9" name="Chip 2"/>
          <p:cNvSpPr/>
          <p:nvPr/>
        </p:nvSpPr>
        <p:spPr>
          <a:xfrm>
            <a:off x="3611880" y="5440680"/>
            <a:ext cx="265176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5440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녹음은 최대 2번</a:t>
            </a:r>
            <a:endParaRPr lang="en-US" sz="1600" dirty="0"/>
          </a:p>
        </p:txBody>
      </p:sp>
      <p:sp>
        <p:nvSpPr>
          <p:cNvPr id="11" name="Chip 3"/>
          <p:cNvSpPr/>
          <p:nvPr/>
        </p:nvSpPr>
        <p:spPr>
          <a:xfrm>
            <a:off x="6492240" y="5440680"/>
            <a:ext cx="2651760" cy="594360"/>
          </a:xfrm>
          <a:prstGeom prst="roundRect">
            <a:avLst>
              <a:gd name="adj" fmla="val 49231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5440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숙제가 아닌 놀이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Lo-Fi 프로토타입 (플로우)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1887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1. 피드백이 소리 위에 있어요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합주가 악기별 트랙으로 나뉩니다.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동료의 메모는 그 연주자의 트랙 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정확한 구간에 붙어 있고,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탭하면 그 순간만 반복해서 들을 수 있어요.</a:t>
            </a:r>
            <a:endParaRPr lang="en-US" sz="2200" dirty="0"/>
          </a:p>
        </p:txBody>
      </p:sp>
      <p:sp>
        <p:nvSpPr>
          <p:cNvPr id="5" name="Device frame"/>
          <p:cNvSpPr/>
          <p:nvPr/>
        </p:nvSpPr>
        <p:spPr>
          <a:xfrm>
            <a:off x="7139635" y="457200"/>
            <a:ext cx="4503420" cy="5943600"/>
          </a:xfrm>
          <a:prstGeom prst="roundRect">
            <a:avLst>
              <a:gd name="adj" fmla="val 3655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6" name="Image 0" descr="iPad 플레이어: 악기 5개 트랙과 타임라인 위 피드백 표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1075" y="548640"/>
            <a:ext cx="43205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Lo-Fi 프로토타입 (플로우)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1887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2. 두 번이면 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구간만 다시 녹음하고, 기회는 최대 2번.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동료는 짧은 코멘트나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번의 응원 탭으로 답하고,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마지막 녹음은 곡에 자동으로 반영돼요.</a:t>
            </a:r>
            <a:endParaRPr lang="en-US" sz="2200" dirty="0"/>
          </a:p>
        </p:txBody>
      </p:sp>
      <p:sp>
        <p:nvSpPr>
          <p:cNvPr id="5" name="Device frame"/>
          <p:cNvSpPr/>
          <p:nvPr/>
        </p:nvSpPr>
        <p:spPr>
          <a:xfrm>
            <a:off x="7139635" y="457200"/>
            <a:ext cx="4503420" cy="5943600"/>
          </a:xfrm>
          <a:prstGeom prst="roundRect">
            <a:avLst>
              <a:gd name="adj" fmla="val 3655"/>
            </a:avLst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6" name="Image 0" descr="응원 리액션과 2번 녹음 제한 안내가 있는 피드백 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1075" y="548640"/>
            <a:ext cx="43205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Lo-Fi 프로토타입 (플로우)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1887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3. 부드러운 시작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“바로 해보기”를 누르면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박자 카운트인이 시작돼요.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구간을 처음엔 느리게 반복하다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원래 속도까지 올라가요.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음높이는 그대로예요.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어디서 시작할지 모르겠다면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구간을 뽑아 보세요.</a:t>
            </a:r>
            <a:endParaRPr lang="en-US" sz="2200" dirty="0"/>
          </a:p>
        </p:txBody>
      </p:sp>
      <p:sp>
        <p:nvSpPr>
          <p:cNvPr id="5" name="Count-in"/>
          <p:cNvSpPr/>
          <p:nvPr/>
        </p:nvSpPr>
        <p:spPr>
          <a:xfrm>
            <a:off x="6766560" y="4526280"/>
            <a:ext cx="1188720" cy="118872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0" y="4526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1 2 3 4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5852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카운트인</a:t>
            </a:r>
            <a:endParaRPr lang="en-US" sz="1200" dirty="0"/>
          </a:p>
        </p:txBody>
      </p:sp>
      <p:sp>
        <p:nvSpPr>
          <p:cNvPr id="8" name="Rung 70%"/>
          <p:cNvSpPr/>
          <p:nvPr/>
        </p:nvSpPr>
        <p:spPr>
          <a:xfrm>
            <a:off x="8412480" y="3886200"/>
            <a:ext cx="1005840" cy="18288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0" y="3383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70%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2바퀴</a:t>
            </a:r>
            <a:endParaRPr lang="en-US" sz="1200" dirty="0"/>
          </a:p>
        </p:txBody>
      </p:sp>
      <p:sp>
        <p:nvSpPr>
          <p:cNvPr id="11" name="Rung 85%"/>
          <p:cNvSpPr/>
          <p:nvPr/>
        </p:nvSpPr>
        <p:spPr>
          <a:xfrm>
            <a:off x="9601200" y="3337560"/>
            <a:ext cx="1005840" cy="2377440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0" y="28346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85%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0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2바퀴</a:t>
            </a:r>
            <a:endParaRPr lang="en-US" sz="1200" dirty="0"/>
          </a:p>
        </p:txBody>
      </p:sp>
      <p:sp>
        <p:nvSpPr>
          <p:cNvPr id="14" name="Rung 100%"/>
          <p:cNvSpPr/>
          <p:nvPr/>
        </p:nvSpPr>
        <p:spPr>
          <a:xfrm>
            <a:off x="10789920" y="2788920"/>
            <a:ext cx="1005840" cy="292608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8992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100%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0" y="5852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1바퀴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0A0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템포 사다리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러닝 퀘스천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5A5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17830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경쟁처럼 느껴지지 않으면서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연습을 시작하게 만드는 게임 요소는?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49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5A52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379476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Apple의 Music Understanding(박·마디 분석)으로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피드백을 마디에 자동으로 붙일 수 있을까?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소음 많은 합주 녹음에서도 정확할까?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d Practice Dark KO">
  <a:themeElements>
    <a:clrScheme name="Band Practice Dark KO">
      <a:dk1>
        <a:srgbClr val="000000"/>
      </a:dk1>
      <a:lt1>
        <a:srgbClr val="FFFFFF"/>
      </a:lt1>
      <a:dk2>
        <a:srgbClr val="1A1A1A"/>
      </a:dk2>
      <a:lt2>
        <a:srgbClr val="A0A0A0"/>
      </a:lt2>
      <a:accent1>
        <a:srgbClr val="F5A524"/>
      </a:accent1>
      <a:accent2>
        <a:srgbClr val="3DD6F5"/>
      </a:accent2>
      <a:accent3>
        <a:srgbClr val="4A4A4A"/>
      </a:accent3>
      <a:accent4>
        <a:srgbClr val="7BD88F"/>
      </a:accent4>
      <a:accent5>
        <a:srgbClr val="C8A2E8"/>
      </a:accent5>
      <a:accent6>
        <a:srgbClr val="E5484D"/>
      </a:accent6>
      <a:hlink>
        <a:srgbClr val="3DD6F5"/>
      </a:hlink>
      <a:folHlink>
        <a:srgbClr val="A0A0A0"/>
      </a:folHlink>
    </a:clrScheme>
    <a:fontScheme name="Band Practice Dark KO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Communication (KO)</dc:title>
  <dc:subject>PptxGenJS Presentation</dc:subject>
  <dc:creator>PptxGenJS</dc:creator>
  <cp:lastModifiedBy>PptxGenJS</cp:lastModifiedBy>
  <cp:revision>1</cp:revision>
  <dcterms:created xsi:type="dcterms:W3CDTF">2026-10-09T15:50:24Z</dcterms:created>
  <dcterms:modified xsi:type="dcterms:W3CDTF">2026-10-09T15:50:24Z</dcterms:modified>
</cp:coreProperties>
</file>