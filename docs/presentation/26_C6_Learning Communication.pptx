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(30s). We build for bands: after rehearsal, how do players actually start practicing the feedback they got?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 by nickname and role (replace the placeholders and drop in photos).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1/2 (1 min). Shows go well with lots of joint rehearsal. Between rehearsals, solo practice means locking in with other sessions. Example: a drums-only recording helped.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2/2 (1 min). Today the feedback, full recordings, per-session files and section clips are scattered in chat; memories differ, so it is hard to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(1 min). Who: band members. Pain: no link between the note and the sound, no obvious first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Response (1 min). Three ideas: feedback lives on the sound; max two takes so it never feels endless; game-like but never competitive.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1 (1 min). Separated tracks (vocal, drums, bass, guitar, piano); markers show feedback and its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2 (1 min). The two-take limit keeps it light; cheers need no words. (App UI is in Korean in this prototype.)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3 (1 min). Count-in, then 70% x2, 85% x2, 100% x1 loops of the same section. Tempo changes without changing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(30s). Two questions for the mentors; research and insight Q&amp;A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form with one highlighted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10698480" cy="13350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Starting Practice, Together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Helping band members start practicing the feedback they receive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 Challenge 6  ·  Learning Communication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Team</a:t>
            </a:r>
            <a:endParaRPr lang="en-US" sz="3200" dirty="0"/>
          </a:p>
        </p:txBody>
      </p:sp>
      <p:sp>
        <p:nvSpPr>
          <p:cNvPr id="3" name="Member 1 photo"/>
          <p:cNvSpPr/>
          <p:nvPr/>
        </p:nvSpPr>
        <p:spPr>
          <a:xfrm>
            <a:off x="4480560" y="155448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Nickname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Member 2 photo"/>
          <p:cNvSpPr/>
          <p:nvPr/>
        </p:nvSpPr>
        <p:spPr>
          <a:xfrm>
            <a:off x="6400800" y="155448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Nickname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Member 3 photo"/>
          <p:cNvSpPr/>
          <p:nvPr/>
        </p:nvSpPr>
        <p:spPr>
          <a:xfrm>
            <a:off x="352044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Nickname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</a:t>
            </a:r>
            <a:endParaRPr lang="en-US" sz="1200" dirty="0"/>
          </a:p>
        </p:txBody>
      </p:sp>
      <p:sp>
        <p:nvSpPr>
          <p:cNvPr id="12" name="Member 4 photo"/>
          <p:cNvSpPr/>
          <p:nvPr/>
        </p:nvSpPr>
        <p:spPr>
          <a:xfrm>
            <a:off x="544068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Nickname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</a:t>
            </a:r>
            <a:endParaRPr lang="en-US" sz="1200" dirty="0"/>
          </a:p>
        </p:txBody>
      </p:sp>
      <p:sp>
        <p:nvSpPr>
          <p:cNvPr id="15" name="Member 5 photo"/>
          <p:cNvSpPr/>
          <p:nvPr/>
        </p:nvSpPr>
        <p:spPr>
          <a:xfrm>
            <a:off x="736092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Nickname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Story &amp;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Together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Shows go well when the band rehearses together a lot.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between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practice isn’t only your own part — it’s the places where you must lock in with the other sessions.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840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a show, only the drums were recorded at rehearsal. Practicing while listening to just that worked well.</a:t>
            </a:r>
            <a:endParaRPr lang="en-US" sz="2400" dirty="0"/>
          </a:p>
        </p:txBody>
      </p:sp>
      <p:pic>
        <p:nvPicPr>
          <p:cNvPr id="9" name="Image 0" descr="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57800"/>
            <a:ext cx="10698480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Story &amp;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and recordings are scattered across chat apps like KakaoTalk — and everyone remembers it differently.</a:t>
            </a:r>
            <a:endParaRPr lang="en-US" sz="2800" dirty="0"/>
          </a:p>
        </p:txBody>
      </p:sp>
      <p:sp>
        <p:nvSpPr>
          <p:cNvPr id="4" name="Scattered 1"/>
          <p:cNvSpPr/>
          <p:nvPr/>
        </p:nvSpPr>
        <p:spPr>
          <a:xfrm rot="-180000">
            <a:off x="731520" y="301752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-180000">
            <a:off x="731520" y="3017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Full-band recording</a:t>
            </a:r>
            <a:endParaRPr lang="en-US" sz="1600" dirty="0"/>
          </a:p>
        </p:txBody>
      </p:sp>
      <p:sp>
        <p:nvSpPr>
          <p:cNvPr id="6" name="Scattered 2"/>
          <p:cNvSpPr/>
          <p:nvPr/>
        </p:nvSpPr>
        <p:spPr>
          <a:xfrm rot="120000">
            <a:off x="4297680" y="3429000"/>
            <a:ext cx="320040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20000">
            <a:off x="4297680" y="3429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Per-session recordings</a:t>
            </a:r>
            <a:endParaRPr lang="en-US" sz="1600" dirty="0"/>
          </a:p>
        </p:txBody>
      </p:sp>
      <p:sp>
        <p:nvSpPr>
          <p:cNvPr id="8" name="Scattered 3"/>
          <p:cNvSpPr/>
          <p:nvPr/>
        </p:nvSpPr>
        <p:spPr>
          <a:xfrm rot="-120000">
            <a:off x="8229600" y="297180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-120000">
            <a:off x="822960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clips</a:t>
            </a:r>
            <a:endParaRPr lang="en-US" sz="1600" dirty="0"/>
          </a:p>
        </p:txBody>
      </p:sp>
      <p:sp>
        <p:nvSpPr>
          <p:cNvPr id="10" name="Scattered 4"/>
          <p:cNvSpPr/>
          <p:nvPr/>
        </p:nvSpPr>
        <p:spPr>
          <a:xfrm rot="120000">
            <a:off x="1280160" y="4343400"/>
            <a:ext cx="420624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20000">
            <a:off x="1280160" y="4343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“Bass — rushing around 1:20”</a:t>
            </a:r>
            <a:endParaRPr lang="en-US" sz="1600" dirty="0"/>
          </a:p>
        </p:txBody>
      </p:sp>
      <p:sp>
        <p:nvSpPr>
          <p:cNvPr id="12" name="Scattered 5"/>
          <p:cNvSpPr/>
          <p:nvPr/>
        </p:nvSpPr>
        <p:spPr>
          <a:xfrm rot="-180000">
            <a:off x="6126480" y="443484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-180000">
            <a:off x="612648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said what?</a:t>
            </a:r>
            <a:endParaRPr lang="en-US" sz="1600" dirty="0"/>
          </a:p>
        </p:txBody>
      </p:sp>
      <p:sp>
        <p:nvSpPr>
          <p:cNvPr id="14" name="Scattered 6"/>
          <p:cNvSpPr/>
          <p:nvPr/>
        </p:nvSpPr>
        <p:spPr>
          <a:xfrm rot="180000">
            <a:off x="8778240" y="40690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 rot="180000">
            <a:off x="877824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one is the latest?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practice never starts, and feedback begins to feel like homework.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Target Use Case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6916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Amateur band members who receive feedback from their bandmates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2461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Right after a rehearsal — practicing alone, on their own instrument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Pain Point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8006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is detached from the sound. It is hard to find the exact moment, and hard to know where to begin.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Challenge Response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GUIDING 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might we help band members start practicing the feedback they receive?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RESPONSE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iPad app that separates a rehearsal recording into instrument tracks, pins each piece of feedback to its exact moment, and turns it into a short, game-like practice.</a:t>
            </a:r>
            <a:endParaRPr lang="en-US" sz="2200" dirty="0"/>
          </a:p>
        </p:txBody>
      </p:sp>
      <p:sp>
        <p:nvSpPr>
          <p:cNvPr id="7" name="Chip 1"/>
          <p:cNvSpPr/>
          <p:nvPr/>
        </p:nvSpPr>
        <p:spPr>
          <a:xfrm>
            <a:off x="73152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Pinned to the sound</a:t>
            </a:r>
            <a:endParaRPr lang="en-US" sz="1600" dirty="0"/>
          </a:p>
        </p:txBody>
      </p:sp>
      <p:sp>
        <p:nvSpPr>
          <p:cNvPr id="9" name="Chip 2"/>
          <p:cNvSpPr/>
          <p:nvPr/>
        </p:nvSpPr>
        <p:spPr>
          <a:xfrm>
            <a:off x="361188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takes at most</a:t>
            </a:r>
            <a:endParaRPr lang="en-US" sz="1600" dirty="0"/>
          </a:p>
        </p:txBody>
      </p:sp>
      <p:sp>
        <p:nvSpPr>
          <p:cNvPr id="11" name="Chip 3"/>
          <p:cNvSpPr/>
          <p:nvPr/>
        </p:nvSpPr>
        <p:spPr>
          <a:xfrm>
            <a:off x="649224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Play, not homework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Lo-Fi Prototype (Flow)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Feedback lives on the sound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rehearsal is split into one track per instrument. Each note from a bandmate is pinned to the exact section on that player’s track — tap it to loop just that moment.</a:t>
            </a:r>
            <a:endParaRPr lang="en-US" sz="2200" dirty="0"/>
          </a:p>
        </p:txBody>
      </p:sp>
      <p:sp>
        <p:nvSpPr>
          <p:cNvPr id="5" name="Device frame"/>
          <p:cNvSpPr/>
          <p:nvPr/>
        </p:nvSpPr>
        <p:spPr>
          <a:xfrm>
            <a:off x="7139635" y="457200"/>
            <a:ext cx="4503420" cy="5943600"/>
          </a:xfrm>
          <a:prstGeom prst="roundRect">
            <a:avLst>
              <a:gd name="adj" fmla="val 3655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6" name="Image 0" descr="iPad player: five instrument tracks with feedback markers on the 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1075" y="548640"/>
            <a:ext cx="43205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Lo-Fi Prototype (Flow)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2. Two takes, then done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Re-record only that section — at most two takes. Bandmates answer with a short comment or a one-tap cheer, and the last take is added to the song automatically.</a:t>
            </a:r>
            <a:endParaRPr lang="en-US" sz="2200" dirty="0"/>
          </a:p>
        </p:txBody>
      </p:sp>
      <p:sp>
        <p:nvSpPr>
          <p:cNvPr id="5" name="Device frame"/>
          <p:cNvSpPr/>
          <p:nvPr/>
        </p:nvSpPr>
        <p:spPr>
          <a:xfrm>
            <a:off x="7139635" y="457200"/>
            <a:ext cx="4503420" cy="5943600"/>
          </a:xfrm>
          <a:prstGeom prst="roundRect">
            <a:avLst>
              <a:gd name="adj" fmla="val 3655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6" name="Image 0" descr="Feedback sheet with cheer reactions and a two-take limit mes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1075" y="548640"/>
            <a:ext cx="43205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Lo-Fi Prototype (Flow)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3. A gentle way 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 “Try it” and a four-beat count-in starts. The section loops slowly at first, then speeds up to full tempo — the pitch never changes. Not sure where to begin? Draw today’s section.</a:t>
            </a:r>
            <a:endParaRPr lang="en-US" sz="2200" dirty="0"/>
          </a:p>
        </p:txBody>
      </p:sp>
      <p:sp>
        <p:nvSpPr>
          <p:cNvPr id="5" name="Count-in"/>
          <p:cNvSpPr/>
          <p:nvPr/>
        </p:nvSpPr>
        <p:spPr>
          <a:xfrm>
            <a:off x="6766560" y="4526280"/>
            <a:ext cx="1188720" cy="11887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4526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1 2 3 4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5852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count-in</a:t>
            </a:r>
            <a:endParaRPr lang="en-US" sz="1200" dirty="0"/>
          </a:p>
        </p:txBody>
      </p:sp>
      <p:sp>
        <p:nvSpPr>
          <p:cNvPr id="8" name="Rung 70%"/>
          <p:cNvSpPr/>
          <p:nvPr/>
        </p:nvSpPr>
        <p:spPr>
          <a:xfrm>
            <a:off x="8412480" y="3886200"/>
            <a:ext cx="1005840" cy="18288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0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loops</a:t>
            </a:r>
            <a:endParaRPr lang="en-US" sz="1200" dirty="0"/>
          </a:p>
        </p:txBody>
      </p:sp>
      <p:sp>
        <p:nvSpPr>
          <p:cNvPr id="11" name="Rung 85%"/>
          <p:cNvSpPr/>
          <p:nvPr/>
        </p:nvSpPr>
        <p:spPr>
          <a:xfrm>
            <a:off x="9601200" y="3337560"/>
            <a:ext cx="1005840" cy="2377440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2834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loops</a:t>
            </a:r>
            <a:endParaRPr lang="en-US" sz="1200" dirty="0"/>
          </a:p>
        </p:txBody>
      </p:sp>
      <p:sp>
        <p:nvSpPr>
          <p:cNvPr id="14" name="Rung 100%"/>
          <p:cNvSpPr/>
          <p:nvPr/>
        </p:nvSpPr>
        <p:spPr>
          <a:xfrm>
            <a:off x="10789920" y="2788920"/>
            <a:ext cx="1005840" cy="29260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loop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0A0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Tempo ladder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Learning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7830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game element helps people start practicing without turning it into competition?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79476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Could Apple’s Music Understanding framework (beats and bars) pin feedback to bars automatically — and how accurate is it on noisy band recordings?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d Practice Dark">
  <a:themeElements>
    <a:clrScheme name="Band Practice Dark">
      <a:dk1>
        <a:srgbClr val="000000"/>
      </a:dk1>
      <a:lt1>
        <a:srgbClr val="FFFFFF"/>
      </a:lt1>
      <a:dk2>
        <a:srgbClr val="1A1A1A"/>
      </a:dk2>
      <a:lt2>
        <a:srgbClr val="A0A0A0"/>
      </a:lt2>
      <a:accent1>
        <a:srgbClr val="F5A524"/>
      </a:accent1>
      <a:accent2>
        <a:srgbClr val="3DD6F5"/>
      </a:accent2>
      <a:accent3>
        <a:srgbClr val="4A4A4A"/>
      </a:accent3>
      <a:accent4>
        <a:srgbClr val="7BD88F"/>
      </a:accent4>
      <a:accent5>
        <a:srgbClr val="C8A2E8"/>
      </a:accent5>
      <a:accent6>
        <a:srgbClr val="E5484D"/>
      </a:accent6>
      <a:hlink>
        <a:srgbClr val="3DD6F5"/>
      </a:hlink>
      <a:folHlink>
        <a:srgbClr val="A0A0A0"/>
      </a:folHlink>
    </a:clrScheme>
    <a:fontScheme name="Band Practice Dark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Communication</dc:title>
  <dc:subject>PptxGenJS Presentation</dc:subject>
  <dc:creator>PptxGenJS</dc:creator>
  <cp:lastModifiedBy>PptxGenJS</cp:lastModifiedBy>
  <cp:revision>1</cp:revision>
  <dcterms:created xsi:type="dcterms:W3CDTF">2026-10-09T15:50:24Z</dcterms:created>
  <dcterms:modified xsi:type="dcterms:W3CDTF">2026-10-09T15:50:24Z</dcterms:modified>
</cp:coreProperties>
</file>